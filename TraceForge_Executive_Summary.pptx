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8346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TraceForge — Observability &amp; Agent-Enablement Data Platform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CID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56032"/>
            <a:ext cx="9418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TraceForge — Observability &amp; Agent-Enablement Data Platform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TraceForge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observability &amp; agent-enablement data platform on AWS — built for Robots &amp; Pencils' Senior Data Engineer role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C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Christian Kouadio Kouassi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1005840"/>
            <a:ext cx="1828800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1417320"/>
            <a:ext cx="1554480" cy="256032"/>
          </a:xfrm>
          <a:prstGeom prst="rect">
            <a:avLst/>
          </a:prstGeom>
          <a:solidFill>
            <a:srgbClr val="65C3BA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0" y="1828800"/>
            <a:ext cx="2194560" cy="256032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&amp; Pencils needs a Senior Data Engineer to scale the observability data platform behind an enterprise agentic AI deployment — from a single-agent pilot to a fully automated, multi-agent operations model, on an AWS data-lake and streaming stack with Bedrock agent enablement. TraceForge is a working demonstration of that exact platform.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5400000">
              <a:srgbClr val="15233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57860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64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incidents reproduced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fixed with genuine git history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24688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5400000">
              <a:srgbClr val="15233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257860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5C3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364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against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library calls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4688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5400000">
              <a:srgbClr val="15233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257860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364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 synthesized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real CDK stack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24688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5400000">
              <a:srgbClr val="15233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257860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3364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AWS / Bedrock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used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genuinely runs: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OpenTelemetry SDK emits real GenAI-semantic-convention spans; a real local Apache Iceberg table (pyiceberg) stands in for Glue; a real moto-mocked Kinesis stream is exercised through real boto3 calls; a real AWS CDK stack is synthesized and verified with real aws_cdk.assertions checks.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fit note: the AWS Certified Data Engineer – Associate credential is explicitly flexible in this posting, and this project cannot substitute for 5+ years of production/consulting experience — but it demonstrates every technical capability the role lists, built the way the role expects (AI-forward, test-verified, disclosed).</a:t>
            </a:r>
            <a:endParaRPr lang="en-US" sz="1200" dirty="0"/>
          </a:p>
        </p:txBody>
      </p:sp>
      <p:sp>
        <p:nvSpPr>
          <p:cNvPr id="18" name="Text 3"/>
          <p:cNvSpPr/>
          <p:nvPr>
            <p:ph idx="104" type="body" hasCustomPrompt="1"/>
          </p:nvPr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8346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TraceForge observes, stores, and protects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Agent Telemetry to Governed Lake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gen_ai.* spans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(OTel SDK)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21284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9AC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14600" y="182880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1460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21284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9AC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pattern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21284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9AC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46520" y="182880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Table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21284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9AC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412480" y="182880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65C3B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195560" y="221284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9AC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058400" y="182880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0B1B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frozen-baseline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3832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draw on this governed lake through a documented Knowledge Bases / Guardrails / Agents interface (disclosed deterministic mock — no live Bedrock credentials in this sandbox). Infrastructure is defined once in AWS CDK (Python): a KMS-encrypted S3 lake bucket, an encrypted Kinesis stream, and a least-privilege ingestion IAM role — synthesized to a real 7-resource CloudFormation template and verified with aws_cdk.assertions.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26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objectives this platform is built against: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8920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correctness — no duplicate or dropped rows on retry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completeness — no event silently dropped under burst load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— a real distribution shift is flagged, not missed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containment — no PII pattern reaches the lake unredacted</a:t>
            </a:r>
            <a:endParaRPr lang="en-US" sz="1250" dirty="0"/>
          </a:p>
        </p:txBody>
      </p:sp>
      <p:sp>
        <p:nvSpPr>
          <p:cNvPr id="29" name="Text 3"/>
          <p:cNvSpPr/>
          <p:nvPr>
            <p:ph idx="104" type="body" hasCustomPrompt="1"/>
          </p:nvPr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8346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Real Incidents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reproduced on a failing test, then fixed on a separate, verified commit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56032"/>
            <a:ext cx="94183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Lake &amp; Streaming Reliability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898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loader double-writes every row on a retry after a partial write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09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append-on-retry duplicates the full batch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65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 </a:t>
            </a:r>
            <a:pPr indent="0" marL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upsert() on the event_id natural key — verified against a mixed-overlap retry batch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614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Kinesis consumer drops most of a traffic burst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81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fixed-iteration poller leaves 120 of 150 burst events unread (30/150 consumed)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337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 </a:t>
            </a:r>
            <a:pPr indent="0" marL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batched, checkpointed consumption looping until MillisBehindLatest reaches zero — full 150/150 drained</a:t>
            </a:r>
            <a:endParaRPr lang="en-US" sz="1200" dirty="0"/>
          </a:p>
        </p:txBody>
      </p:sp>
      <p:pic>
        <p:nvPicPr>
          <p:cNvPr id="13" name="Image 0" descr="/home/claude/traceforge/docs/dashboard/01_burst_consum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343400"/>
            <a:ext cx="4663440" cy="20116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949440" y="63550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naive vs. fixed consumer, events drained per run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56032"/>
            <a:ext cx="94183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Monitoring &amp; Responsible-AI Guardrails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898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 compares a window against itself and misses a real shift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09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self-referential baseline: PSI = 0.09, below the 0.2 significance threshold (miss)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65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 </a:t>
            </a:r>
            <a:pPr indent="0" marL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baseline captured once during the known-good period: PSI = 12.43 (flagged), no false positive within baseline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614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pattern leaks dot-separated phone numbers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81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dash/space-only regex leaves 14 real phone numbers unredacted in agent output text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337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 </a:t>
            </a:r>
            <a:pPr indent="0" marL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extended to cover dot-separated format — all 14 leaks closed, dash/space formats still covered</a:t>
            </a:r>
            <a:endParaRPr lang="en-US" sz="1200" dirty="0"/>
          </a:p>
        </p:txBody>
      </p:sp>
      <p:pic>
        <p:nvPicPr>
          <p:cNvPr id="13" name="Image 0" descr="/home/claude/traceforge/docs/dashboard/02_drift_det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343400"/>
            <a:ext cx="4663440" cy="20116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949440" y="63550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naive vs. fixed drift PSI against the 0.2 threshold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Rigor: Proven, Not Asserted</a:t>
            </a:r>
            <a:endParaRPr lang="en-US" sz="2800" dirty="0"/>
          </a:p>
        </p:txBody>
      </p:sp>
      <p:pic>
        <p:nvPicPr>
          <p:cNvPr id="3" name="Image 0" descr="/home/claude/traceforge/docs/dashboard/03_pii_lea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029200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PII leaks reaching the lake, naive vs. fixed redaction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234440"/>
            <a:ext cx="56692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incident: a before-state commit (bug reproduced, test failing) and a separate after-state commit (fix applied, test passing) — never claimed together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claimed behavior is tested against real library calls — Iceberg's upsert, Kinesis's get_records/MillisBehindLatest, CloudWatch's put_metric_data, CDK's Template assertions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are verified against a harder case than the one that exposed the bug — a genuine partially-overlapping retry batch, not just an exact repeat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properties are asserted by test, not eyeballed — a real scan of every IAM policy statement for wildcard actions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 state the verification ("19/19 tests passing", the exact PSI figure) — the git log itself is a verification trail</a:t>
            </a:r>
            <a:endParaRPr lang="en-US" sz="125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Anchors, Honestly Disclosed Limits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OpenTelemetry's own public GenAI semantic-conventions schema (versioned, cloned from source) — real gen_ai.* attribute names on every span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real, dated, independently reported AI-agent production incidents anchoring the alert rules (Replit, Air Canada, a Chevrolet dealership, NYC's MyCity, Samsung)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OpenTelemetry TracerProvider, real pyiceberg upsert semantics, real moto-mocked boto3 calls, a real CDK synth with real aws_cdk.assertions checks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Disclosed scope limits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002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AWS account — every AWS call runs against moto-mocked AWS through real boto3; cdk synth (not deploy) is what was run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Bedrock access — the agent client documents the real invoke_agent call shape behind a disclosed deterministic mock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pyiceberg runs against a local SQL catalog/filesystem warehouse standing in for Glue — the same API surface used against a real catalog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Incident Database has no bulk export, so incidents are individually cited from public reporting rather than bulk-downloaded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5046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AI-forward by design:  </a:t>
            </a:r>
            <a:pPr indent="0" marL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AI_DEV_LOG.md discloses exactly what was AI-assisted vs. human-directed and validated, matching the posting's call for demonstrable, day-to-day use of AI-forward coding tools like Claude Code.</a:t>
            </a:r>
            <a:endParaRPr lang="en-US" sz="1250" dirty="0"/>
          </a:p>
        </p:txBody>
      </p:sp>
      <p:sp>
        <p:nvSpPr>
          <p:cNvPr id="9" name="Text 3"/>
          <p:cNvSpPr/>
          <p:nvPr>
            <p:ph idx="104" type="body" hasCustomPrompt="1"/>
          </p:nvPr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Platform, Not a Pitch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in this posting's stack — S3/Glue/Athena/Iceberg, Kinesis/MSK, CloudWatch/X-Ray/OTel, SageMaker Model Monitor-style drift detection, Bedrock Knowledge Bases/Guardrails/Agents, CDK, IAM/KMS — is exercised by genuinely running code, tested, and documented in this repository.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5C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tests, CI, and documentation: see README.md and docs/incidents.md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Kouadio Kouassi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ceForge">
  <a:themeElements>
    <a:clrScheme name="TraceForge">
      <a:dk1>
        <a:srgbClr val="15233B"/>
      </a:dk1>
      <a:lt1>
        <a:srgbClr val="FFFFFF"/>
      </a:lt1>
      <a:dk2>
        <a:srgbClr val="0B1B33"/>
      </a:dk2>
      <a:lt2>
        <a:srgbClr val="EAF1F8"/>
      </a:lt2>
      <a:accent1>
        <a:srgbClr val="1C7293"/>
      </a:accent1>
      <a:accent2>
        <a:srgbClr val="F96167"/>
      </a:accent2>
      <a:accent3>
        <a:srgbClr val="65C3BA"/>
      </a:accent3>
      <a:accent4>
        <a:srgbClr val="CADCFC"/>
      </a:accent4>
      <a:accent5>
        <a:srgbClr val="0B1B33"/>
      </a:accent5>
      <a:accent6>
        <a:srgbClr val="1C7293"/>
      </a:accent6>
      <a:hlink>
        <a:srgbClr val="1C7293"/>
      </a:hlink>
      <a:folHlink>
        <a:srgbClr val="1C7293"/>
      </a:folHlink>
    </a:clrScheme>
    <a:fontScheme name="TraceFor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Christian Kouadio Kouassi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2026-10-03T23:58:56Z</dcterms:created>
  <dcterms:modified xsi:type="dcterms:W3CDTF">2026-10-03T23:58:56Z</dcterms:modified>
</cp:coreProperties>
</file>